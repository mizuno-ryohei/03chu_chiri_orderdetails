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4"/>
  </p:handoutMasterIdLst>
  <p:sldIdLst>
    <p:sldId id="284" r:id="rId2"/>
    <p:sldId id="282" r:id="rId3"/>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F0D9"/>
    <a:srgbClr val="CCFFCC"/>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7" autoAdjust="0"/>
    <p:restoredTop sz="94660"/>
  </p:normalViewPr>
  <p:slideViewPr>
    <p:cSldViewPr snapToGrid="0">
      <p:cViewPr varScale="1">
        <p:scale>
          <a:sx n="88" d="100"/>
          <a:sy n="88" d="100"/>
        </p:scale>
        <p:origin x="254"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EE2E20F3-1136-458A-9356-A8B440C73A01}" type="datetimeFigureOut">
              <a:rPr kumimoji="1" lang="ja-JP" altLang="en-US" smtClean="0"/>
              <a:t>2020/7/22</a:t>
            </a:fld>
            <a:endParaRPr kumimoji="1" lang="ja-JP" altLang="en-US"/>
          </a:p>
        </p:txBody>
      </p:sp>
      <p:sp>
        <p:nvSpPr>
          <p:cNvPr id="4" name="フッター プレースホルダー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7EF67465-FC63-46C1-9B05-43EB382EF27D}" type="slidenum">
              <a:rPr kumimoji="1" lang="ja-JP" altLang="en-US" smtClean="0"/>
              <a:t>‹#›</a:t>
            </a:fld>
            <a:endParaRPr kumimoji="1" lang="ja-JP" altLang="en-US"/>
          </a:p>
        </p:txBody>
      </p:sp>
    </p:spTree>
    <p:extLst>
      <p:ext uri="{BB962C8B-B14F-4D97-AF65-F5344CB8AC3E}">
        <p14:creationId xmlns:p14="http://schemas.microsoft.com/office/powerpoint/2010/main" val="341848254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658585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2656100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3551970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260706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1345982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1685755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4172099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2082931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392781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3501195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9C5DB95A-C579-45EE-99BB-BCC4AF7EF5EA}" type="datetimeFigureOut">
              <a:rPr kumimoji="1" lang="ja-JP" altLang="en-US" smtClean="0"/>
              <a:t>2020/7/22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1279848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5DB95A-C579-45EE-99BB-BCC4AF7EF5EA}" type="datetimeFigureOut">
              <a:rPr kumimoji="1" lang="ja-JP" altLang="en-US" smtClean="0"/>
              <a:t>2020/7/22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C21DE-A075-43CB-9614-829413E46A67}" type="slidenum">
              <a:rPr kumimoji="1" lang="ja-JP" altLang="en-US" smtClean="0"/>
              <a:t>‹#›</a:t>
            </a:fld>
            <a:endParaRPr kumimoji="1" lang="ja-JP" altLang="en-US"/>
          </a:p>
        </p:txBody>
      </p:sp>
    </p:spTree>
    <p:extLst>
      <p:ext uri="{BB962C8B-B14F-4D97-AF65-F5344CB8AC3E}">
        <p14:creationId xmlns:p14="http://schemas.microsoft.com/office/powerpoint/2010/main" val="534660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グループ化 7"/>
          <p:cNvGrpSpPr/>
          <p:nvPr/>
        </p:nvGrpSpPr>
        <p:grpSpPr>
          <a:xfrm>
            <a:off x="812800" y="914400"/>
            <a:ext cx="10566400" cy="5943600"/>
            <a:chOff x="816243" y="914400"/>
            <a:chExt cx="10566400" cy="5943600"/>
          </a:xfrm>
        </p:grpSpPr>
        <p:sp>
          <p:nvSpPr>
            <p:cNvPr id="7" name="正方形/長方形 6"/>
            <p:cNvSpPr/>
            <p:nvPr/>
          </p:nvSpPr>
          <p:spPr>
            <a:xfrm>
              <a:off x="816243" y="914400"/>
              <a:ext cx="10566400" cy="59436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5098568" y="1012835"/>
              <a:ext cx="2154151" cy="31748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795" dirty="0"/>
                <a:t>タイトル</a:t>
              </a:r>
            </a:p>
          </p:txBody>
        </p:sp>
      </p:grpSp>
      <p:sp>
        <p:nvSpPr>
          <p:cNvPr id="11" name="正方形/長方形 10"/>
          <p:cNvSpPr/>
          <p:nvPr/>
        </p:nvSpPr>
        <p:spPr>
          <a:xfrm>
            <a:off x="9355082" y="5219995"/>
            <a:ext cx="1770118" cy="12316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596" dirty="0">
                <a:solidFill>
                  <a:schemeClr val="tx1"/>
                </a:solidFill>
              </a:rPr>
              <a:t>□　自然</a:t>
            </a:r>
          </a:p>
          <a:p>
            <a:r>
              <a:rPr lang="ja-JP" altLang="en-US" sz="1596" dirty="0">
                <a:solidFill>
                  <a:schemeClr val="tx1"/>
                </a:solidFill>
              </a:rPr>
              <a:t>□　文字</a:t>
            </a:r>
          </a:p>
          <a:p>
            <a:endParaRPr lang="en-US" altLang="ja-JP" sz="1596" dirty="0">
              <a:solidFill>
                <a:schemeClr val="tx1"/>
              </a:solidFill>
            </a:endParaRPr>
          </a:p>
          <a:p>
            <a:r>
              <a:rPr lang="ja-JP" altLang="en-US" sz="1596" dirty="0">
                <a:solidFill>
                  <a:schemeClr val="tx1"/>
                </a:solidFill>
              </a:rPr>
              <a:t>□　白地図</a:t>
            </a:r>
          </a:p>
        </p:txBody>
      </p:sp>
      <p:pic>
        <p:nvPicPr>
          <p:cNvPr id="13" name="図 12" descr="文字の書かれた紙&#10;&#10;自動的に生成された説明">
            <a:extLst>
              <a:ext uri="{FF2B5EF4-FFF2-40B4-BE49-F238E27FC236}">
                <a16:creationId xmlns:a16="http://schemas.microsoft.com/office/drawing/2014/main" id="{A985102C-742D-45F9-97D8-29D42806516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6009" t="74251" r="48598" b="931"/>
          <a:stretch/>
        </p:blipFill>
        <p:spPr>
          <a:xfrm rot="5400000">
            <a:off x="2842389" y="1632700"/>
            <a:ext cx="5002160" cy="4959466"/>
          </a:xfrm>
          <a:prstGeom prst="rect">
            <a:avLst/>
          </a:prstGeom>
        </p:spPr>
      </p:pic>
      <p:sp>
        <p:nvSpPr>
          <p:cNvPr id="10" name="角丸四角形 15">
            <a:extLst>
              <a:ext uri="{FF2B5EF4-FFF2-40B4-BE49-F238E27FC236}">
                <a16:creationId xmlns:a16="http://schemas.microsoft.com/office/drawing/2014/main" id="{74D64B5D-A20F-4281-82E1-6B2E3B424974}"/>
              </a:ext>
            </a:extLst>
          </p:cNvPr>
          <p:cNvSpPr/>
          <p:nvPr/>
        </p:nvSpPr>
        <p:spPr>
          <a:xfrm>
            <a:off x="1286685" y="589024"/>
            <a:ext cx="9010260" cy="1231603"/>
          </a:xfrm>
          <a:prstGeom prst="roundRect">
            <a:avLst>
              <a:gd name="adj" fmla="val 10801"/>
            </a:avLst>
          </a:prstGeom>
          <a:solidFill>
            <a:schemeClr val="accent6">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4950" indent="-284950">
              <a:buFont typeface="Arial" panose="020B0604020202020204" pitchFamily="34" charset="0"/>
              <a:buChar char="•"/>
            </a:pPr>
            <a:r>
              <a:rPr lang="ja-JP" altLang="en-US" sz="1400" b="1" dirty="0">
                <a:solidFill>
                  <a:srgbClr val="FF0000"/>
                </a:solidFill>
                <a:latin typeface="Meiryo UI" panose="020B0604030504040204" pitchFamily="50" charset="-128"/>
                <a:ea typeface="Meiryo UI" panose="020B0604030504040204" pitchFamily="50" charset="-128"/>
              </a:rPr>
              <a:t>各州・地方の自然環境のページにある地図を、凡例</a:t>
            </a:r>
            <a:r>
              <a:rPr lang="en-US" altLang="ja-JP" sz="1400" b="1" dirty="0">
                <a:solidFill>
                  <a:srgbClr val="FF0000"/>
                </a:solidFill>
                <a:latin typeface="Meiryo UI" panose="020B0604030504040204" pitchFamily="50" charset="-128"/>
                <a:ea typeface="Meiryo UI" panose="020B0604030504040204" pitchFamily="50" charset="-128"/>
              </a:rPr>
              <a:t>(</a:t>
            </a:r>
            <a:r>
              <a:rPr lang="ja-JP" altLang="en-US" sz="1400" b="1" dirty="0">
                <a:solidFill>
                  <a:srgbClr val="FF0000"/>
                </a:solidFill>
                <a:latin typeface="Meiryo UI" panose="020B0604030504040204" pitchFamily="50" charset="-128"/>
                <a:ea typeface="Meiryo UI" panose="020B0604030504040204" pitchFamily="50" charset="-128"/>
              </a:rPr>
              <a:t>文字と自然</a:t>
            </a:r>
            <a:r>
              <a:rPr lang="en-US" altLang="ja-JP" sz="1400" b="1" dirty="0">
                <a:solidFill>
                  <a:srgbClr val="FF0000"/>
                </a:solidFill>
                <a:latin typeface="Meiryo UI" panose="020B0604030504040204" pitchFamily="50" charset="-128"/>
                <a:ea typeface="Meiryo UI" panose="020B0604030504040204" pitchFamily="50" charset="-128"/>
              </a:rPr>
              <a:t>(</a:t>
            </a:r>
            <a:r>
              <a:rPr lang="ja-JP" altLang="en-US" sz="1400" b="1" dirty="0">
                <a:solidFill>
                  <a:srgbClr val="FF0000"/>
                </a:solidFill>
                <a:latin typeface="Meiryo UI" panose="020B0604030504040204" pitchFamily="50" charset="-128"/>
                <a:ea typeface="Meiryo UI" panose="020B0604030504040204" pitchFamily="50" charset="-128"/>
              </a:rPr>
              <a:t>文字以外の要素</a:t>
            </a:r>
            <a:r>
              <a:rPr lang="en-US" altLang="ja-JP" sz="1400" b="1" dirty="0">
                <a:solidFill>
                  <a:srgbClr val="FF0000"/>
                </a:solidFill>
                <a:latin typeface="Meiryo UI" panose="020B0604030504040204" pitchFamily="50" charset="-128"/>
                <a:ea typeface="Meiryo UI" panose="020B0604030504040204" pitchFamily="50" charset="-128"/>
              </a:rPr>
              <a:t>))</a:t>
            </a:r>
            <a:r>
              <a:rPr lang="ja-JP" altLang="en-US" sz="1400" b="1" dirty="0">
                <a:solidFill>
                  <a:srgbClr val="FF0000"/>
                </a:solidFill>
                <a:latin typeface="Meiryo UI" panose="020B0604030504040204" pitchFamily="50" charset="-128"/>
                <a:ea typeface="Meiryo UI" panose="020B0604030504040204" pitchFamily="50" charset="-128"/>
              </a:rPr>
              <a:t>のようにレイヤー分けしてください。</a:t>
            </a:r>
            <a:endParaRPr lang="en-US" altLang="ja-JP" sz="1400" b="1" dirty="0">
              <a:solidFill>
                <a:srgbClr val="FF0000"/>
              </a:solidFill>
              <a:latin typeface="Meiryo UI" panose="020B0604030504040204" pitchFamily="50" charset="-128"/>
              <a:ea typeface="Meiryo UI" panose="020B0604030504040204" pitchFamily="50" charset="-128"/>
            </a:endParaRPr>
          </a:p>
          <a:p>
            <a:pPr marL="284950" indent="-284950">
              <a:buFont typeface="Arial" panose="020B0604020202020204" pitchFamily="34" charset="0"/>
              <a:buChar char="•"/>
            </a:pPr>
            <a:r>
              <a:rPr lang="ja-JP" altLang="en-US" sz="1400" b="1" dirty="0">
                <a:solidFill>
                  <a:srgbClr val="FF0000"/>
                </a:solidFill>
                <a:latin typeface="Meiryo UI" panose="020B0604030504040204" pitchFamily="50" charset="-128"/>
                <a:ea typeface="Meiryo UI" panose="020B0604030504040204" pitchFamily="50" charset="-128"/>
              </a:rPr>
              <a:t>国境</a:t>
            </a:r>
            <a:r>
              <a:rPr lang="ja-JP" altLang="en-US" sz="1400" b="1">
                <a:solidFill>
                  <a:srgbClr val="FF0000"/>
                </a:solidFill>
                <a:latin typeface="Meiryo UI" panose="020B0604030504040204" pitchFamily="50" charset="-128"/>
                <a:ea typeface="Meiryo UI" panose="020B0604030504040204" pitchFamily="50" charset="-128"/>
              </a:rPr>
              <a:t>線は常時表示に入れて</a:t>
            </a:r>
            <a:r>
              <a:rPr lang="ja-JP" altLang="en-US" sz="1400" b="1" dirty="0">
                <a:solidFill>
                  <a:srgbClr val="FF0000"/>
                </a:solidFill>
                <a:latin typeface="Meiryo UI" panose="020B0604030504040204" pitchFamily="50" charset="-128"/>
                <a:ea typeface="Meiryo UI" panose="020B0604030504040204" pitchFamily="50" charset="-128"/>
              </a:rPr>
              <a:t>ください。</a:t>
            </a:r>
            <a:endParaRPr lang="en-US" altLang="ja-JP" sz="1400" b="1" dirty="0">
              <a:solidFill>
                <a:srgbClr val="FF0000"/>
              </a:solidFill>
              <a:latin typeface="Meiryo UI" panose="020B0604030504040204" pitchFamily="50" charset="-128"/>
              <a:ea typeface="Meiryo UI" panose="020B0604030504040204" pitchFamily="50" charset="-128"/>
            </a:endParaRPr>
          </a:p>
          <a:p>
            <a:pPr marL="284950" indent="-284950">
              <a:buFont typeface="Arial" panose="020B0604020202020204" pitchFamily="34" charset="0"/>
              <a:buChar char="•"/>
            </a:pPr>
            <a:r>
              <a:rPr lang="ja-JP" altLang="en-US" sz="1400" b="1" dirty="0">
                <a:solidFill>
                  <a:srgbClr val="FF0000"/>
                </a:solidFill>
                <a:latin typeface="Meiryo UI" panose="020B0604030504040204" pitchFamily="50" charset="-128"/>
                <a:ea typeface="Meiryo UI" panose="020B0604030504040204" pitchFamily="50" charset="-128"/>
              </a:rPr>
              <a:t>「白地図」にチェックを入れると自動的に「自然」と「文字」のチェックが外れるようにしてください。</a:t>
            </a:r>
            <a:endParaRPr lang="en-US" altLang="ja-JP" sz="1400" b="1" dirty="0">
              <a:solidFill>
                <a:srgbClr val="FF0000"/>
              </a:solidFill>
              <a:latin typeface="Meiryo UI" panose="020B0604030504040204" pitchFamily="50" charset="-128"/>
              <a:ea typeface="Meiryo UI" panose="020B0604030504040204" pitchFamily="50" charset="-128"/>
            </a:endParaRPr>
          </a:p>
          <a:p>
            <a:pPr marL="284950" indent="-284950">
              <a:buFont typeface="Arial" panose="020B0604020202020204" pitchFamily="34" charset="0"/>
              <a:buChar char="•"/>
            </a:pPr>
            <a:r>
              <a:rPr lang="ja-JP" altLang="en-US" sz="1400" b="1" dirty="0">
                <a:solidFill>
                  <a:srgbClr val="FF0000"/>
                </a:solidFill>
                <a:latin typeface="Meiryo UI" panose="020B0604030504040204" pitchFamily="50" charset="-128"/>
                <a:ea typeface="Meiryo UI" panose="020B0604030504040204" pitchFamily="50" charset="-128"/>
              </a:rPr>
              <a:t>図中の写真番号は取ってください。</a:t>
            </a:r>
            <a:r>
              <a:rPr lang="en-US" altLang="ja-JP" sz="1400" b="1" dirty="0">
                <a:solidFill>
                  <a:srgbClr val="FF0000"/>
                </a:solidFill>
                <a:latin typeface="Meiryo UI" panose="020B0604030504040204" pitchFamily="50" charset="-128"/>
                <a:ea typeface="Meiryo UI" panose="020B0604030504040204" pitchFamily="50" charset="-128"/>
              </a:rPr>
              <a:t>(</a:t>
            </a:r>
            <a:r>
              <a:rPr lang="ja-JP" altLang="en-US" sz="1400" b="1" dirty="0">
                <a:solidFill>
                  <a:srgbClr val="FF0000"/>
                </a:solidFill>
                <a:latin typeface="Meiryo UI" panose="020B0604030504040204" pitchFamily="50" charset="-128"/>
                <a:ea typeface="Meiryo UI" panose="020B0604030504040204" pitchFamily="50" charset="-128"/>
              </a:rPr>
              <a:t>株の写真番号に関する注釈も取る）</a:t>
            </a:r>
            <a:endParaRPr lang="en-US" altLang="ja-JP" sz="1400" b="1" dirty="0">
              <a:solidFill>
                <a:srgbClr val="FF0000"/>
              </a:solidFill>
              <a:latin typeface="Meiryo UI" panose="020B0604030504040204" pitchFamily="50" charset="-128"/>
              <a:ea typeface="Meiryo UI" panose="020B0604030504040204" pitchFamily="50" charset="-128"/>
            </a:endParaRPr>
          </a:p>
          <a:p>
            <a:pPr marL="284950" indent="-284950">
              <a:buFont typeface="Arial" panose="020B0604020202020204" pitchFamily="34" charset="0"/>
              <a:buChar char="•"/>
            </a:pPr>
            <a:r>
              <a:rPr lang="ja-JP" altLang="en-US" sz="1400" b="1" dirty="0">
                <a:solidFill>
                  <a:srgbClr val="FF0000"/>
                </a:solidFill>
                <a:latin typeface="Meiryo UI" panose="020B0604030504040204" pitchFamily="50" charset="-128"/>
                <a:ea typeface="Meiryo UI" panose="020B0604030504040204" pitchFamily="50" charset="-128"/>
              </a:rPr>
              <a:t>デフォルトは「白地図」の状態にしてください。白地図はクリーム色にしてください。</a:t>
            </a:r>
            <a:endParaRPr lang="en-US" altLang="ja-JP" sz="1400" b="1" dirty="0">
              <a:solidFill>
                <a:srgbClr val="FF0000"/>
              </a:solidFill>
              <a:latin typeface="Meiryo UI" panose="020B0604030504040204" pitchFamily="50" charset="-128"/>
              <a:ea typeface="Meiryo UI" panose="020B0604030504040204" pitchFamily="50" charset="-128"/>
            </a:endParaRPr>
          </a:p>
        </p:txBody>
      </p:sp>
      <p:sp>
        <p:nvSpPr>
          <p:cNvPr id="12" name="乗算記号 11">
            <a:extLst>
              <a:ext uri="{FF2B5EF4-FFF2-40B4-BE49-F238E27FC236}">
                <a16:creationId xmlns:a16="http://schemas.microsoft.com/office/drawing/2014/main" id="{59AC4315-6E6E-4C6E-B8F8-3E43FB490C12}"/>
              </a:ext>
            </a:extLst>
          </p:cNvPr>
          <p:cNvSpPr/>
          <p:nvPr/>
        </p:nvSpPr>
        <p:spPr>
          <a:xfrm>
            <a:off x="5507863" y="6154653"/>
            <a:ext cx="283952" cy="305413"/>
          </a:xfrm>
          <a:prstGeom prst="mathMultiply">
            <a:avLst>
              <a:gd name="adj1" fmla="val 22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乗算記号 13">
            <a:extLst>
              <a:ext uri="{FF2B5EF4-FFF2-40B4-BE49-F238E27FC236}">
                <a16:creationId xmlns:a16="http://schemas.microsoft.com/office/drawing/2014/main" id="{8966DDC8-CC9F-4FA4-9D4C-606B64E03C54}"/>
              </a:ext>
            </a:extLst>
          </p:cNvPr>
          <p:cNvSpPr/>
          <p:nvPr/>
        </p:nvSpPr>
        <p:spPr>
          <a:xfrm>
            <a:off x="6557348" y="4013350"/>
            <a:ext cx="283952" cy="305413"/>
          </a:xfrm>
          <a:prstGeom prst="mathMultiply">
            <a:avLst>
              <a:gd name="adj1" fmla="val 22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乗算記号 14">
            <a:extLst>
              <a:ext uri="{FF2B5EF4-FFF2-40B4-BE49-F238E27FC236}">
                <a16:creationId xmlns:a16="http://schemas.microsoft.com/office/drawing/2014/main" id="{B7C98FC2-E19A-4445-A3D7-681D29D0CF1B}"/>
              </a:ext>
            </a:extLst>
          </p:cNvPr>
          <p:cNvSpPr/>
          <p:nvPr/>
        </p:nvSpPr>
        <p:spPr>
          <a:xfrm>
            <a:off x="5183325" y="3919913"/>
            <a:ext cx="283952" cy="305413"/>
          </a:xfrm>
          <a:prstGeom prst="mathMultiply">
            <a:avLst>
              <a:gd name="adj1" fmla="val 22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乗算記号 15">
            <a:extLst>
              <a:ext uri="{FF2B5EF4-FFF2-40B4-BE49-F238E27FC236}">
                <a16:creationId xmlns:a16="http://schemas.microsoft.com/office/drawing/2014/main" id="{219A7ADF-D014-4105-863E-59B8566CA32D}"/>
              </a:ext>
            </a:extLst>
          </p:cNvPr>
          <p:cNvSpPr/>
          <p:nvPr/>
        </p:nvSpPr>
        <p:spPr>
          <a:xfrm>
            <a:off x="4004374" y="1964423"/>
            <a:ext cx="283952" cy="305413"/>
          </a:xfrm>
          <a:prstGeom prst="mathMultiply">
            <a:avLst>
              <a:gd name="adj1" fmla="val 22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5">
            <a:extLst>
              <a:ext uri="{FF2B5EF4-FFF2-40B4-BE49-F238E27FC236}">
                <a16:creationId xmlns:a16="http://schemas.microsoft.com/office/drawing/2014/main" id="{ECF15B36-1D3C-4FE7-84D6-90BE6E4709DB}"/>
              </a:ext>
            </a:extLst>
          </p:cNvPr>
          <p:cNvSpPr/>
          <p:nvPr/>
        </p:nvSpPr>
        <p:spPr>
          <a:xfrm>
            <a:off x="266908" y="2269836"/>
            <a:ext cx="4021418" cy="2629572"/>
          </a:xfrm>
          <a:prstGeom prst="roundRect">
            <a:avLst>
              <a:gd name="adj" fmla="val 10801"/>
            </a:avLst>
          </a:prstGeom>
          <a:solidFill>
            <a:schemeClr val="accent6">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4950" indent="-284950">
              <a:buFont typeface="Arial" panose="020B0604020202020204" pitchFamily="34" charset="0"/>
              <a:buChar char="•"/>
            </a:pPr>
            <a:r>
              <a:rPr lang="ja-JP" altLang="en-US" sz="1400" b="1" dirty="0">
                <a:solidFill>
                  <a:srgbClr val="FF0000"/>
                </a:solidFill>
                <a:latin typeface="Meiryo UI" panose="020B0604030504040204" pitchFamily="50" charset="-128"/>
                <a:ea typeface="Meiryo UI" panose="020B0604030504040204" pitchFamily="50" charset="-128"/>
              </a:rPr>
              <a:t>下記の</a:t>
            </a:r>
            <a:r>
              <a:rPr lang="en-US" altLang="ja-JP" sz="1400" b="1" dirty="0">
                <a:solidFill>
                  <a:srgbClr val="FF0000"/>
                </a:solidFill>
                <a:latin typeface="Meiryo UI" panose="020B0604030504040204" pitchFamily="50" charset="-128"/>
                <a:ea typeface="Meiryo UI" panose="020B0604030504040204" pitchFamily="50" charset="-128"/>
              </a:rPr>
              <a:t>13</a:t>
            </a:r>
            <a:r>
              <a:rPr lang="ja-JP" altLang="en-US" sz="1400" b="1" dirty="0">
                <a:solidFill>
                  <a:srgbClr val="FF0000"/>
                </a:solidFill>
                <a:latin typeface="Meiryo UI" panose="020B0604030504040204" pitchFamily="50" charset="-128"/>
                <a:ea typeface="Meiryo UI" panose="020B0604030504040204" pitchFamily="50" charset="-128"/>
              </a:rPr>
              <a:t>州・地方全て作成し、コンテンツタイトルは「●●州</a:t>
            </a:r>
            <a:r>
              <a:rPr lang="en-US" altLang="ja-JP" sz="1400" b="1" dirty="0">
                <a:solidFill>
                  <a:srgbClr val="FF0000"/>
                </a:solidFill>
                <a:latin typeface="Meiryo UI" panose="020B0604030504040204" pitchFamily="50" charset="-128"/>
                <a:ea typeface="Meiryo UI" panose="020B0604030504040204" pitchFamily="50" charset="-128"/>
              </a:rPr>
              <a:t>(</a:t>
            </a:r>
            <a:r>
              <a:rPr lang="ja-JP" altLang="en-US" sz="1400" b="1" dirty="0">
                <a:solidFill>
                  <a:srgbClr val="FF0000"/>
                </a:solidFill>
                <a:latin typeface="Meiryo UI" panose="020B0604030504040204" pitchFamily="50" charset="-128"/>
                <a:ea typeface="Meiryo UI" panose="020B0604030504040204" pitchFamily="50" charset="-128"/>
              </a:rPr>
              <a:t>地方</a:t>
            </a:r>
            <a:r>
              <a:rPr lang="en-US" altLang="ja-JP" sz="1400" b="1" dirty="0">
                <a:solidFill>
                  <a:srgbClr val="FF0000"/>
                </a:solidFill>
                <a:latin typeface="Meiryo UI" panose="020B0604030504040204" pitchFamily="50" charset="-128"/>
                <a:ea typeface="Meiryo UI" panose="020B0604030504040204" pitchFamily="50" charset="-128"/>
              </a:rPr>
              <a:t>)</a:t>
            </a:r>
            <a:r>
              <a:rPr lang="ja-JP" altLang="en-US" sz="1400" b="1" dirty="0">
                <a:solidFill>
                  <a:srgbClr val="FF0000"/>
                </a:solidFill>
                <a:latin typeface="Meiryo UI" panose="020B0604030504040204" pitchFamily="50" charset="-128"/>
                <a:ea typeface="Meiryo UI" panose="020B0604030504040204" pitchFamily="50" charset="-128"/>
              </a:rPr>
              <a:t>の自然・白地図」とてください。（下記の各州名・地方名を●●に当てはめる）</a:t>
            </a:r>
            <a:endParaRPr lang="en-US" altLang="ja-JP" sz="1400" b="1" dirty="0">
              <a:solidFill>
                <a:srgbClr val="FF0000"/>
              </a:solidFill>
              <a:latin typeface="Meiryo UI" panose="020B0604030504040204" pitchFamily="50" charset="-128"/>
              <a:ea typeface="Meiryo UI" panose="020B0604030504040204" pitchFamily="50" charset="-128"/>
            </a:endParaRPr>
          </a:p>
          <a:p>
            <a:r>
              <a:rPr lang="en-US" altLang="ja-JP" sz="1400" b="1" dirty="0">
                <a:solidFill>
                  <a:srgbClr val="FF0000"/>
                </a:solidFill>
                <a:latin typeface="Meiryo UI" panose="020B0604030504040204" pitchFamily="50" charset="-128"/>
                <a:ea typeface="Meiryo UI" panose="020B0604030504040204" pitchFamily="50" charset="-128"/>
              </a:rPr>
              <a:t>P50</a:t>
            </a:r>
            <a:r>
              <a:rPr lang="ja-JP" altLang="en-US" sz="1400" b="1" dirty="0">
                <a:solidFill>
                  <a:srgbClr val="FF0000"/>
                </a:solidFill>
                <a:latin typeface="Meiryo UI" panose="020B0604030504040204" pitchFamily="50" charset="-128"/>
                <a:ea typeface="Meiryo UI" panose="020B0604030504040204" pitchFamily="50" charset="-128"/>
              </a:rPr>
              <a:t>①　アジア州　　　　　</a:t>
            </a:r>
            <a:r>
              <a:rPr lang="en-US" altLang="ja-JP" sz="1400" b="1" dirty="0">
                <a:solidFill>
                  <a:srgbClr val="FF0000"/>
                </a:solidFill>
                <a:latin typeface="Meiryo UI" panose="020B0604030504040204" pitchFamily="50" charset="-128"/>
                <a:ea typeface="Meiryo UI" panose="020B0604030504040204" pitchFamily="50" charset="-128"/>
              </a:rPr>
              <a:t>P68</a:t>
            </a:r>
            <a:r>
              <a:rPr lang="ja-JP" altLang="en-US" sz="1400" b="1" dirty="0">
                <a:solidFill>
                  <a:srgbClr val="FF0000"/>
                </a:solidFill>
                <a:latin typeface="Meiryo UI" panose="020B0604030504040204" pitchFamily="50" charset="-128"/>
                <a:ea typeface="Meiryo UI" panose="020B0604030504040204" pitchFamily="50" charset="-128"/>
              </a:rPr>
              <a:t>①　ヨーロッパ州</a:t>
            </a:r>
            <a:endParaRPr lang="en-US" altLang="ja-JP" sz="1400" b="1" dirty="0">
              <a:solidFill>
                <a:srgbClr val="FF0000"/>
              </a:solidFill>
              <a:latin typeface="Meiryo UI" panose="020B0604030504040204" pitchFamily="50" charset="-128"/>
              <a:ea typeface="Meiryo UI" panose="020B0604030504040204" pitchFamily="50" charset="-128"/>
            </a:endParaRPr>
          </a:p>
          <a:p>
            <a:r>
              <a:rPr lang="en-US" altLang="ja-JP" sz="1400" b="1" dirty="0">
                <a:solidFill>
                  <a:srgbClr val="FF0000"/>
                </a:solidFill>
                <a:latin typeface="Meiryo UI" panose="020B0604030504040204" pitchFamily="50" charset="-128"/>
                <a:ea typeface="Meiryo UI" panose="020B0604030504040204" pitchFamily="50" charset="-128"/>
              </a:rPr>
              <a:t>P84</a:t>
            </a:r>
            <a:r>
              <a:rPr lang="ja-JP" altLang="en-US" sz="1400" b="1" dirty="0">
                <a:solidFill>
                  <a:srgbClr val="FF0000"/>
                </a:solidFill>
                <a:latin typeface="Meiryo UI" panose="020B0604030504040204" pitchFamily="50" charset="-128"/>
                <a:ea typeface="Meiryo UI" panose="020B0604030504040204" pitchFamily="50" charset="-128"/>
              </a:rPr>
              <a:t>①　アフリカ州　　　　</a:t>
            </a:r>
            <a:r>
              <a:rPr lang="en-US" altLang="ja-JP" sz="1400" b="1" dirty="0">
                <a:solidFill>
                  <a:srgbClr val="FF0000"/>
                </a:solidFill>
                <a:latin typeface="Meiryo UI" panose="020B0604030504040204" pitchFamily="50" charset="-128"/>
                <a:ea typeface="Meiryo UI" panose="020B0604030504040204" pitchFamily="50" charset="-128"/>
              </a:rPr>
              <a:t>P96</a:t>
            </a:r>
            <a:r>
              <a:rPr lang="ja-JP" altLang="en-US" sz="1400" b="1" dirty="0">
                <a:solidFill>
                  <a:srgbClr val="FF0000"/>
                </a:solidFill>
                <a:latin typeface="Meiryo UI" panose="020B0604030504040204" pitchFamily="50" charset="-128"/>
                <a:ea typeface="Meiryo UI" panose="020B0604030504040204" pitchFamily="50" charset="-128"/>
              </a:rPr>
              <a:t>①　北アメリカ州</a:t>
            </a:r>
            <a:endParaRPr lang="en-US" altLang="ja-JP" sz="1400" b="1" dirty="0">
              <a:solidFill>
                <a:srgbClr val="FF0000"/>
              </a:solidFill>
              <a:latin typeface="Meiryo UI" panose="020B0604030504040204" pitchFamily="50" charset="-128"/>
              <a:ea typeface="Meiryo UI" panose="020B0604030504040204" pitchFamily="50" charset="-128"/>
            </a:endParaRPr>
          </a:p>
          <a:p>
            <a:r>
              <a:rPr lang="en-US" altLang="ja-JP" sz="1400" b="1" dirty="0">
                <a:solidFill>
                  <a:srgbClr val="FF0000"/>
                </a:solidFill>
                <a:latin typeface="Meiryo UI" panose="020B0604030504040204" pitchFamily="50" charset="-128"/>
                <a:ea typeface="Meiryo UI" panose="020B0604030504040204" pitchFamily="50" charset="-128"/>
              </a:rPr>
              <a:t>P110</a:t>
            </a:r>
            <a:r>
              <a:rPr lang="ja-JP" altLang="en-US" sz="1400" b="1" dirty="0">
                <a:solidFill>
                  <a:srgbClr val="FF0000"/>
                </a:solidFill>
                <a:latin typeface="Meiryo UI" panose="020B0604030504040204" pitchFamily="50" charset="-128"/>
                <a:ea typeface="Meiryo UI" panose="020B0604030504040204" pitchFamily="50" charset="-128"/>
              </a:rPr>
              <a:t>①　南アメリカ州　</a:t>
            </a:r>
            <a:r>
              <a:rPr lang="en-US" altLang="ja-JP" sz="1400" b="1" dirty="0">
                <a:solidFill>
                  <a:srgbClr val="FF0000"/>
                </a:solidFill>
                <a:latin typeface="Meiryo UI" panose="020B0604030504040204" pitchFamily="50" charset="-128"/>
                <a:ea typeface="Meiryo UI" panose="020B0604030504040204" pitchFamily="50" charset="-128"/>
              </a:rPr>
              <a:t>P122</a:t>
            </a:r>
            <a:r>
              <a:rPr lang="ja-JP" altLang="en-US" sz="1400" b="1" dirty="0">
                <a:solidFill>
                  <a:srgbClr val="FF0000"/>
                </a:solidFill>
                <a:latin typeface="Meiryo UI" panose="020B0604030504040204" pitchFamily="50" charset="-128"/>
                <a:ea typeface="Meiryo UI" panose="020B0604030504040204" pitchFamily="50" charset="-128"/>
              </a:rPr>
              <a:t>①　オセアニア州</a:t>
            </a:r>
            <a:endParaRPr lang="en-US" altLang="ja-JP" sz="1400" b="1" dirty="0">
              <a:solidFill>
                <a:srgbClr val="FF0000"/>
              </a:solidFill>
              <a:latin typeface="Meiryo UI" panose="020B0604030504040204" pitchFamily="50" charset="-128"/>
              <a:ea typeface="Meiryo UI" panose="020B0604030504040204" pitchFamily="50" charset="-128"/>
            </a:endParaRPr>
          </a:p>
          <a:p>
            <a:r>
              <a:rPr lang="en-US" altLang="ja-JP" sz="1400" b="1" dirty="0">
                <a:solidFill>
                  <a:srgbClr val="FF0000"/>
                </a:solidFill>
                <a:latin typeface="Meiryo UI" panose="020B0604030504040204" pitchFamily="50" charset="-128"/>
                <a:ea typeface="Meiryo UI" panose="020B0604030504040204" pitchFamily="50" charset="-128"/>
              </a:rPr>
              <a:t>P174</a:t>
            </a:r>
            <a:r>
              <a:rPr lang="ja-JP" altLang="en-US" sz="1400" b="1" dirty="0">
                <a:solidFill>
                  <a:srgbClr val="FF0000"/>
                </a:solidFill>
                <a:latin typeface="Meiryo UI" panose="020B0604030504040204" pitchFamily="50" charset="-128"/>
                <a:ea typeface="Meiryo UI" panose="020B0604030504040204" pitchFamily="50" charset="-128"/>
              </a:rPr>
              <a:t>①　九州地方　</a:t>
            </a:r>
            <a:r>
              <a:rPr lang="en-US" altLang="ja-JP" sz="1400" b="1" dirty="0">
                <a:solidFill>
                  <a:srgbClr val="FF0000"/>
                </a:solidFill>
                <a:latin typeface="Meiryo UI" panose="020B0604030504040204" pitchFamily="50" charset="-128"/>
                <a:ea typeface="Meiryo UI" panose="020B0604030504040204" pitchFamily="50" charset="-128"/>
              </a:rPr>
              <a:t>P190</a:t>
            </a:r>
            <a:r>
              <a:rPr lang="ja-JP" altLang="en-US" sz="1400" b="1" dirty="0">
                <a:solidFill>
                  <a:srgbClr val="FF0000"/>
                </a:solidFill>
                <a:latin typeface="Meiryo UI" panose="020B0604030504040204" pitchFamily="50" charset="-128"/>
                <a:ea typeface="Meiryo UI" panose="020B0604030504040204" pitchFamily="50" charset="-128"/>
              </a:rPr>
              <a:t>①　中国・四国地方</a:t>
            </a:r>
            <a:r>
              <a:rPr lang="en-US" altLang="ja-JP" sz="1400" b="1" dirty="0">
                <a:solidFill>
                  <a:srgbClr val="FF0000"/>
                </a:solidFill>
                <a:latin typeface="Meiryo UI" panose="020B0604030504040204" pitchFamily="50" charset="-128"/>
                <a:ea typeface="Meiryo UI" panose="020B0604030504040204" pitchFamily="50" charset="-128"/>
              </a:rPr>
              <a:t>P206</a:t>
            </a:r>
            <a:r>
              <a:rPr lang="ja-JP" altLang="en-US" sz="1400" b="1" dirty="0">
                <a:solidFill>
                  <a:srgbClr val="FF0000"/>
                </a:solidFill>
                <a:latin typeface="Meiryo UI" panose="020B0604030504040204" pitchFamily="50" charset="-128"/>
                <a:ea typeface="Meiryo UI" panose="020B0604030504040204" pitchFamily="50" charset="-128"/>
              </a:rPr>
              <a:t>①　近畿地方　　　</a:t>
            </a:r>
            <a:r>
              <a:rPr lang="en-US" altLang="ja-JP" sz="1400" b="1" dirty="0">
                <a:solidFill>
                  <a:srgbClr val="FF0000"/>
                </a:solidFill>
                <a:latin typeface="Meiryo UI" panose="020B0604030504040204" pitchFamily="50" charset="-128"/>
                <a:ea typeface="Meiryo UI" panose="020B0604030504040204" pitchFamily="50" charset="-128"/>
              </a:rPr>
              <a:t>P222</a:t>
            </a:r>
            <a:r>
              <a:rPr lang="ja-JP" altLang="en-US" sz="1400" b="1" dirty="0">
                <a:solidFill>
                  <a:srgbClr val="FF0000"/>
                </a:solidFill>
                <a:latin typeface="Meiryo UI" panose="020B0604030504040204" pitchFamily="50" charset="-128"/>
                <a:ea typeface="Meiryo UI" panose="020B0604030504040204" pitchFamily="50" charset="-128"/>
              </a:rPr>
              <a:t>①　中部地方</a:t>
            </a:r>
            <a:endParaRPr lang="en-US" altLang="ja-JP" sz="1400" b="1" dirty="0">
              <a:solidFill>
                <a:srgbClr val="FF0000"/>
              </a:solidFill>
              <a:latin typeface="Meiryo UI" panose="020B0604030504040204" pitchFamily="50" charset="-128"/>
              <a:ea typeface="Meiryo UI" panose="020B0604030504040204" pitchFamily="50" charset="-128"/>
            </a:endParaRPr>
          </a:p>
          <a:p>
            <a:r>
              <a:rPr lang="en-US" altLang="ja-JP" sz="1400" b="1" dirty="0">
                <a:solidFill>
                  <a:srgbClr val="FF0000"/>
                </a:solidFill>
                <a:latin typeface="Meiryo UI" panose="020B0604030504040204" pitchFamily="50" charset="-128"/>
                <a:ea typeface="Meiryo UI" panose="020B0604030504040204" pitchFamily="50" charset="-128"/>
              </a:rPr>
              <a:t>P238</a:t>
            </a:r>
            <a:r>
              <a:rPr lang="ja-JP" altLang="en-US" sz="1400" b="1" dirty="0">
                <a:solidFill>
                  <a:srgbClr val="FF0000"/>
                </a:solidFill>
                <a:latin typeface="Meiryo UI" panose="020B0604030504040204" pitchFamily="50" charset="-128"/>
                <a:ea typeface="Meiryo UI" panose="020B0604030504040204" pitchFamily="50" charset="-128"/>
              </a:rPr>
              <a:t>①　関東地方　　　</a:t>
            </a:r>
            <a:r>
              <a:rPr lang="en-US" altLang="ja-JP" sz="1400" b="1" dirty="0">
                <a:solidFill>
                  <a:srgbClr val="FF0000"/>
                </a:solidFill>
                <a:latin typeface="Meiryo UI" panose="020B0604030504040204" pitchFamily="50" charset="-128"/>
                <a:ea typeface="Meiryo UI" panose="020B0604030504040204" pitchFamily="50" charset="-128"/>
              </a:rPr>
              <a:t>P256</a:t>
            </a:r>
            <a:r>
              <a:rPr lang="ja-JP" altLang="en-US" sz="1400" b="1" dirty="0">
                <a:solidFill>
                  <a:srgbClr val="FF0000"/>
                </a:solidFill>
                <a:latin typeface="Meiryo UI" panose="020B0604030504040204" pitchFamily="50" charset="-128"/>
                <a:ea typeface="Meiryo UI" panose="020B0604030504040204" pitchFamily="50" charset="-128"/>
              </a:rPr>
              <a:t>①　東北地方</a:t>
            </a:r>
            <a:endParaRPr lang="en-US" altLang="ja-JP" sz="1400" b="1" dirty="0">
              <a:solidFill>
                <a:srgbClr val="FF0000"/>
              </a:solidFill>
              <a:latin typeface="Meiryo UI" panose="020B0604030504040204" pitchFamily="50" charset="-128"/>
              <a:ea typeface="Meiryo UI" panose="020B0604030504040204" pitchFamily="50" charset="-128"/>
            </a:endParaRPr>
          </a:p>
          <a:p>
            <a:r>
              <a:rPr lang="en-US" altLang="ja-JP" sz="1400" b="1" dirty="0">
                <a:solidFill>
                  <a:srgbClr val="FF0000"/>
                </a:solidFill>
                <a:latin typeface="Meiryo UI" panose="020B0604030504040204" pitchFamily="50" charset="-128"/>
                <a:ea typeface="Meiryo UI" panose="020B0604030504040204" pitchFamily="50" charset="-128"/>
              </a:rPr>
              <a:t>P272</a:t>
            </a:r>
            <a:r>
              <a:rPr lang="ja-JP" altLang="en-US" sz="1400" b="1" dirty="0">
                <a:solidFill>
                  <a:srgbClr val="FF0000"/>
                </a:solidFill>
                <a:latin typeface="Meiryo UI" panose="020B0604030504040204" pitchFamily="50" charset="-128"/>
                <a:ea typeface="Meiryo UI" panose="020B0604030504040204" pitchFamily="50" charset="-128"/>
              </a:rPr>
              <a:t>①　北海道地方</a:t>
            </a:r>
            <a:endParaRPr lang="en-US" altLang="ja-JP" sz="1400" b="1" dirty="0">
              <a:solidFill>
                <a:srgbClr val="FF0000"/>
              </a:solidFill>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C855E253-A4AA-42BA-8721-E83C75BF6CC8}"/>
              </a:ext>
            </a:extLst>
          </p:cNvPr>
          <p:cNvSpPr txBox="1"/>
          <p:nvPr/>
        </p:nvSpPr>
        <p:spPr>
          <a:xfrm>
            <a:off x="225180" y="125808"/>
            <a:ext cx="6840334" cy="460575"/>
          </a:xfrm>
          <a:prstGeom prst="rect">
            <a:avLst/>
          </a:prstGeom>
          <a:noFill/>
        </p:spPr>
        <p:txBody>
          <a:bodyPr wrap="none" rtlCol="0">
            <a:spAutoFit/>
          </a:bodyPr>
          <a:lstStyle/>
          <a:p>
            <a:r>
              <a:rPr lang="ja-JP" altLang="en-US" sz="2393" dirty="0"/>
              <a:t>各節共通コンテンツ①　「アフリカ州の自然・白地図」</a:t>
            </a:r>
            <a:endParaRPr lang="en-US" altLang="ja-JP" sz="2393" dirty="0"/>
          </a:p>
        </p:txBody>
      </p:sp>
      <p:sp>
        <p:nvSpPr>
          <p:cNvPr id="4" name="吹き出し: 角を丸めた四角形 3">
            <a:extLst>
              <a:ext uri="{FF2B5EF4-FFF2-40B4-BE49-F238E27FC236}">
                <a16:creationId xmlns:a16="http://schemas.microsoft.com/office/drawing/2014/main" id="{8F67BE7F-E8F8-49D6-85F1-110FF279120D}"/>
              </a:ext>
            </a:extLst>
          </p:cNvPr>
          <p:cNvSpPr/>
          <p:nvPr/>
        </p:nvSpPr>
        <p:spPr>
          <a:xfrm>
            <a:off x="266908" y="5469449"/>
            <a:ext cx="2506110" cy="732691"/>
          </a:xfrm>
          <a:prstGeom prst="wedgeRoundRectCallout">
            <a:avLst>
              <a:gd name="adj1" fmla="val 58222"/>
              <a:gd name="adj2" fmla="val -20812"/>
              <a:gd name="adj3" fmla="val 16667"/>
            </a:avLst>
          </a:prstGeom>
          <a:solidFill>
            <a:srgbClr val="E2F0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5">
            <a:extLst>
              <a:ext uri="{FF2B5EF4-FFF2-40B4-BE49-F238E27FC236}">
                <a16:creationId xmlns:a16="http://schemas.microsoft.com/office/drawing/2014/main" id="{D3F35504-807C-40D1-B8FB-05A756243995}"/>
              </a:ext>
            </a:extLst>
          </p:cNvPr>
          <p:cNvSpPr/>
          <p:nvPr/>
        </p:nvSpPr>
        <p:spPr>
          <a:xfrm>
            <a:off x="452371" y="5521439"/>
            <a:ext cx="2153922" cy="628713"/>
          </a:xfrm>
          <a:prstGeom prst="roundRect">
            <a:avLst>
              <a:gd name="adj" fmla="val 108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b="1" dirty="0">
                <a:solidFill>
                  <a:srgbClr val="FF0000"/>
                </a:solidFill>
                <a:latin typeface="Meiryo UI" panose="020B0604030504040204" pitchFamily="50" charset="-128"/>
                <a:ea typeface="Meiryo UI" panose="020B0604030504040204" pitchFamily="50" charset="-128"/>
              </a:rPr>
              <a:t>この部分も「自然」レイヤーに入れてください。</a:t>
            </a:r>
            <a:endParaRPr lang="en-US" altLang="ja-JP" sz="1400" b="1" dirty="0">
              <a:solidFill>
                <a:srgbClr val="FF0000"/>
              </a:solidFill>
              <a:latin typeface="Meiryo UI" panose="020B0604030504040204" pitchFamily="50" charset="-128"/>
              <a:ea typeface="Meiryo UI" panose="020B0604030504040204" pitchFamily="50" charset="-128"/>
            </a:endParaRPr>
          </a:p>
        </p:txBody>
      </p:sp>
      <p:sp>
        <p:nvSpPr>
          <p:cNvPr id="21" name="乗算記号 20">
            <a:extLst>
              <a:ext uri="{FF2B5EF4-FFF2-40B4-BE49-F238E27FC236}">
                <a16:creationId xmlns:a16="http://schemas.microsoft.com/office/drawing/2014/main" id="{F55CC25D-3261-47D3-A9AA-1BDADD91C6AA}"/>
              </a:ext>
            </a:extLst>
          </p:cNvPr>
          <p:cNvSpPr/>
          <p:nvPr/>
        </p:nvSpPr>
        <p:spPr>
          <a:xfrm>
            <a:off x="3367290" y="6202140"/>
            <a:ext cx="1453221" cy="305413"/>
          </a:xfrm>
          <a:prstGeom prst="mathMultiply">
            <a:avLst>
              <a:gd name="adj1" fmla="val 22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8126AC4-8BF8-47EF-9D98-CFB6048AA513}"/>
              </a:ext>
            </a:extLst>
          </p:cNvPr>
          <p:cNvSpPr/>
          <p:nvPr/>
        </p:nvSpPr>
        <p:spPr>
          <a:xfrm>
            <a:off x="3108960" y="5336771"/>
            <a:ext cx="523702" cy="11232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4739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225180" y="125808"/>
            <a:ext cx="6611105" cy="460575"/>
          </a:xfrm>
          <a:prstGeom prst="rect">
            <a:avLst/>
          </a:prstGeom>
          <a:noFill/>
        </p:spPr>
        <p:txBody>
          <a:bodyPr wrap="none" rtlCol="0">
            <a:spAutoFit/>
          </a:bodyPr>
          <a:lstStyle/>
          <a:p>
            <a:r>
              <a:rPr lang="ja-JP" altLang="en-US" sz="2393" dirty="0"/>
              <a:t>各節共通コンテンツ②　「写真で眺めるアフリカ州」</a:t>
            </a:r>
            <a:endParaRPr lang="en-US" altLang="ja-JP" sz="2393" dirty="0"/>
          </a:p>
        </p:txBody>
      </p:sp>
      <p:grpSp>
        <p:nvGrpSpPr>
          <p:cNvPr id="8" name="グループ化 7"/>
          <p:cNvGrpSpPr/>
          <p:nvPr/>
        </p:nvGrpSpPr>
        <p:grpSpPr>
          <a:xfrm>
            <a:off x="816243" y="914400"/>
            <a:ext cx="10566400" cy="5943600"/>
            <a:chOff x="816243" y="914400"/>
            <a:chExt cx="10566400" cy="5943600"/>
          </a:xfrm>
        </p:grpSpPr>
        <p:sp>
          <p:nvSpPr>
            <p:cNvPr id="7" name="正方形/長方形 6"/>
            <p:cNvSpPr/>
            <p:nvPr/>
          </p:nvSpPr>
          <p:spPr>
            <a:xfrm>
              <a:off x="816243" y="914400"/>
              <a:ext cx="10566400" cy="59436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5098568" y="1012835"/>
              <a:ext cx="2154151" cy="31748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795" dirty="0"/>
                <a:t>タイトル</a:t>
              </a:r>
            </a:p>
          </p:txBody>
        </p:sp>
      </p:grpSp>
      <p:pic>
        <p:nvPicPr>
          <p:cNvPr id="21" name="図 20">
            <a:extLst>
              <a:ext uri="{FF2B5EF4-FFF2-40B4-BE49-F238E27FC236}">
                <a16:creationId xmlns:a16="http://schemas.microsoft.com/office/drawing/2014/main" id="{88E7E9C1-39E3-4AED-95D3-A23FB7839E8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6188" t="53053" r="33037" b="17457"/>
          <a:stretch/>
        </p:blipFill>
        <p:spPr>
          <a:xfrm rot="5400000">
            <a:off x="5302649" y="1228363"/>
            <a:ext cx="1609740" cy="3230972"/>
          </a:xfrm>
          <a:prstGeom prst="rect">
            <a:avLst/>
          </a:prstGeom>
        </p:spPr>
      </p:pic>
      <p:pic>
        <p:nvPicPr>
          <p:cNvPr id="14" name="図 13">
            <a:extLst>
              <a:ext uri="{FF2B5EF4-FFF2-40B4-BE49-F238E27FC236}">
                <a16:creationId xmlns:a16="http://schemas.microsoft.com/office/drawing/2014/main" id="{1DA55162-4B86-4EB1-8DE8-460DF5B3348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88" t="25876" r="59906" b="53149"/>
          <a:stretch/>
        </p:blipFill>
        <p:spPr>
          <a:xfrm rot="5400000">
            <a:off x="3664506" y="1772801"/>
            <a:ext cx="4886025" cy="4513253"/>
          </a:xfrm>
          <a:prstGeom prst="rect">
            <a:avLst/>
          </a:prstGeom>
        </p:spPr>
      </p:pic>
      <p:sp>
        <p:nvSpPr>
          <p:cNvPr id="16" name="角丸四角形 15"/>
          <p:cNvSpPr/>
          <p:nvPr/>
        </p:nvSpPr>
        <p:spPr>
          <a:xfrm>
            <a:off x="178715" y="977911"/>
            <a:ext cx="4919853" cy="5754281"/>
          </a:xfrm>
          <a:prstGeom prst="roundRect">
            <a:avLst/>
          </a:prstGeom>
          <a:solidFill>
            <a:schemeClr val="accent6">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4950" indent="-284950">
              <a:buFont typeface="Arial" panose="020B0604020202020204" pitchFamily="34" charset="0"/>
              <a:buChar char="•"/>
            </a:pPr>
            <a:r>
              <a:rPr lang="ja-JP" altLang="en-US" sz="1795" b="1" dirty="0">
                <a:solidFill>
                  <a:srgbClr val="FF0000"/>
                </a:solidFill>
                <a:latin typeface="Meiryo UI" panose="020B0604030504040204" pitchFamily="50" charset="-128"/>
                <a:ea typeface="Meiryo UI" panose="020B0604030504040204" pitchFamily="50" charset="-128"/>
              </a:rPr>
              <a:t>下記の各見開きにある地図の番号をクリックすると、同見開きにある番号の写真がポップアップで表示されるようにしてください。</a:t>
            </a:r>
            <a:endParaRPr lang="en-US" altLang="ja-JP" sz="1795" b="1" dirty="0">
              <a:solidFill>
                <a:srgbClr val="FF0000"/>
              </a:solidFill>
              <a:latin typeface="Meiryo UI" panose="020B0604030504040204" pitchFamily="50" charset="-128"/>
              <a:ea typeface="Meiryo UI" panose="020B0604030504040204" pitchFamily="50" charset="-128"/>
            </a:endParaRPr>
          </a:p>
          <a:p>
            <a:pPr marL="284950" indent="-284950">
              <a:buFont typeface="Arial" panose="020B0604020202020204" pitchFamily="34" charset="0"/>
              <a:buChar char="•"/>
            </a:pPr>
            <a:r>
              <a:rPr lang="ja-JP" altLang="en-US" sz="1795" b="1" dirty="0">
                <a:solidFill>
                  <a:srgbClr val="FF0000"/>
                </a:solidFill>
                <a:latin typeface="Meiryo UI" panose="020B0604030504040204" pitchFamily="50" charset="-128"/>
                <a:ea typeface="Meiryo UI" panose="020B0604030504040204" pitchFamily="50" charset="-128"/>
              </a:rPr>
              <a:t>下記の</a:t>
            </a:r>
            <a:r>
              <a:rPr lang="en-US" altLang="ja-JP" sz="1795" b="1" dirty="0">
                <a:solidFill>
                  <a:srgbClr val="FF0000"/>
                </a:solidFill>
                <a:latin typeface="Meiryo UI" panose="020B0604030504040204" pitchFamily="50" charset="-128"/>
                <a:ea typeface="Meiryo UI" panose="020B0604030504040204" pitchFamily="50" charset="-128"/>
              </a:rPr>
              <a:t>13</a:t>
            </a:r>
            <a:r>
              <a:rPr lang="ja-JP" altLang="en-US" sz="1795" b="1" dirty="0">
                <a:solidFill>
                  <a:srgbClr val="FF0000"/>
                </a:solidFill>
                <a:latin typeface="Meiryo UI" panose="020B0604030504040204" pitchFamily="50" charset="-128"/>
                <a:ea typeface="Meiryo UI" panose="020B0604030504040204" pitchFamily="50" charset="-128"/>
              </a:rPr>
              <a:t>州・地方全てで作成してください。</a:t>
            </a:r>
            <a:endParaRPr lang="en-US" altLang="ja-JP" sz="1795" b="1" dirty="0">
              <a:solidFill>
                <a:srgbClr val="FF0000"/>
              </a:solidFill>
              <a:latin typeface="Meiryo UI" panose="020B0604030504040204" pitchFamily="50" charset="-128"/>
              <a:ea typeface="Meiryo UI" panose="020B0604030504040204" pitchFamily="50" charset="-128"/>
            </a:endParaRPr>
          </a:p>
          <a:p>
            <a:pPr marL="284950" indent="-284950">
              <a:buFont typeface="Arial" panose="020B0604020202020204" pitchFamily="34" charset="0"/>
              <a:buChar char="•"/>
            </a:pPr>
            <a:r>
              <a:rPr lang="ja-JP" altLang="en-US" sz="1795" b="1" dirty="0">
                <a:solidFill>
                  <a:srgbClr val="FF0000"/>
                </a:solidFill>
                <a:latin typeface="Meiryo UI" panose="020B0604030504040204" pitchFamily="50" charset="-128"/>
                <a:ea typeface="Meiryo UI" panose="020B0604030504040204" pitchFamily="50" charset="-128"/>
              </a:rPr>
              <a:t>コンテンツタイトルは「写真で眺める●●州</a:t>
            </a:r>
            <a:r>
              <a:rPr lang="en-US" altLang="ja-JP" sz="1795" b="1" dirty="0">
                <a:solidFill>
                  <a:srgbClr val="FF0000"/>
                </a:solidFill>
                <a:latin typeface="Meiryo UI" panose="020B0604030504040204" pitchFamily="50" charset="-128"/>
                <a:ea typeface="Meiryo UI" panose="020B0604030504040204" pitchFamily="50" charset="-128"/>
              </a:rPr>
              <a:t>(</a:t>
            </a:r>
            <a:r>
              <a:rPr lang="ja-JP" altLang="en-US" sz="1795" b="1" dirty="0">
                <a:solidFill>
                  <a:srgbClr val="FF0000"/>
                </a:solidFill>
                <a:latin typeface="Meiryo UI" panose="020B0604030504040204" pitchFamily="50" charset="-128"/>
                <a:ea typeface="Meiryo UI" panose="020B0604030504040204" pitchFamily="50" charset="-128"/>
              </a:rPr>
              <a:t>地方</a:t>
            </a:r>
            <a:r>
              <a:rPr lang="en-US" altLang="ja-JP" sz="1795" b="1" dirty="0">
                <a:solidFill>
                  <a:srgbClr val="FF0000"/>
                </a:solidFill>
                <a:latin typeface="Meiryo UI" panose="020B0604030504040204" pitchFamily="50" charset="-128"/>
                <a:ea typeface="Meiryo UI" panose="020B0604030504040204" pitchFamily="50" charset="-128"/>
              </a:rPr>
              <a:t>)</a:t>
            </a:r>
            <a:r>
              <a:rPr lang="ja-JP" altLang="en-US" sz="1795" b="1" dirty="0">
                <a:solidFill>
                  <a:srgbClr val="FF0000"/>
                </a:solidFill>
                <a:latin typeface="Meiryo UI" panose="020B0604030504040204" pitchFamily="50" charset="-128"/>
                <a:ea typeface="Meiryo UI" panose="020B0604030504040204" pitchFamily="50" charset="-128"/>
              </a:rPr>
              <a:t>」とし、下記の各州名・地方名を●●に当てはめてください。</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P48-49</a:t>
            </a:r>
            <a:r>
              <a:rPr lang="ja-JP" altLang="en-US" sz="1795" b="1" dirty="0">
                <a:solidFill>
                  <a:srgbClr val="FF0000"/>
                </a:solidFill>
                <a:latin typeface="Meiryo UI" panose="020B0604030504040204" pitchFamily="50" charset="-128"/>
                <a:ea typeface="Meiryo UI" panose="020B0604030504040204" pitchFamily="50" charset="-128"/>
              </a:rPr>
              <a:t>　写真で眺めるアジア州</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P66-67</a:t>
            </a:r>
            <a:r>
              <a:rPr lang="ja-JP" altLang="en-US" sz="1795" b="1" dirty="0">
                <a:solidFill>
                  <a:srgbClr val="FF0000"/>
                </a:solidFill>
                <a:latin typeface="Meiryo UI" panose="020B0604030504040204" pitchFamily="50" charset="-128"/>
                <a:ea typeface="Meiryo UI" panose="020B0604030504040204" pitchFamily="50" charset="-128"/>
              </a:rPr>
              <a:t>　写真で眺めるヨーロッパ州</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P82-83</a:t>
            </a:r>
            <a:r>
              <a:rPr lang="ja-JP" altLang="en-US" sz="1795" b="1" dirty="0">
                <a:solidFill>
                  <a:srgbClr val="FF0000"/>
                </a:solidFill>
                <a:latin typeface="Meiryo UI" panose="020B0604030504040204" pitchFamily="50" charset="-128"/>
                <a:ea typeface="Meiryo UI" panose="020B0604030504040204" pitchFamily="50" charset="-128"/>
              </a:rPr>
              <a:t>　写真で眺めるアフリカ州</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P94-95</a:t>
            </a:r>
            <a:r>
              <a:rPr lang="ja-JP" altLang="en-US" sz="1795" b="1" dirty="0">
                <a:solidFill>
                  <a:srgbClr val="FF0000"/>
                </a:solidFill>
                <a:latin typeface="Meiryo UI" panose="020B0604030504040204" pitchFamily="50" charset="-128"/>
                <a:ea typeface="Meiryo UI" panose="020B0604030504040204" pitchFamily="50" charset="-128"/>
              </a:rPr>
              <a:t>　写真で眺める北アメリカ州</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P108-109</a:t>
            </a:r>
            <a:r>
              <a:rPr lang="ja-JP" altLang="en-US" sz="1795" b="1" dirty="0">
                <a:solidFill>
                  <a:srgbClr val="FF0000"/>
                </a:solidFill>
                <a:latin typeface="Meiryo UI" panose="020B0604030504040204" pitchFamily="50" charset="-128"/>
                <a:ea typeface="Meiryo UI" panose="020B0604030504040204" pitchFamily="50" charset="-128"/>
              </a:rPr>
              <a:t>　写真で眺める南アメリカ州</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P120-121</a:t>
            </a:r>
            <a:r>
              <a:rPr lang="ja-JP" altLang="en-US" sz="1795" b="1" dirty="0">
                <a:solidFill>
                  <a:srgbClr val="FF0000"/>
                </a:solidFill>
                <a:latin typeface="Meiryo UI" panose="020B0604030504040204" pitchFamily="50" charset="-128"/>
                <a:ea typeface="Meiryo UI" panose="020B0604030504040204" pitchFamily="50" charset="-128"/>
              </a:rPr>
              <a:t>　写真で眺めるオセアニア州</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P172-173</a:t>
            </a:r>
            <a:r>
              <a:rPr lang="ja-JP" altLang="en-US" sz="1795" b="1" dirty="0">
                <a:solidFill>
                  <a:srgbClr val="FF0000"/>
                </a:solidFill>
                <a:latin typeface="Meiryo UI" panose="020B0604030504040204" pitchFamily="50" charset="-128"/>
                <a:ea typeface="Meiryo UI" panose="020B0604030504040204" pitchFamily="50" charset="-128"/>
              </a:rPr>
              <a:t>　写真で眺める九州地方</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P188-189</a:t>
            </a:r>
            <a:r>
              <a:rPr lang="ja-JP" altLang="en-US" sz="1795" b="1" dirty="0">
                <a:solidFill>
                  <a:srgbClr val="FF0000"/>
                </a:solidFill>
                <a:latin typeface="Meiryo UI" panose="020B0604030504040204" pitchFamily="50" charset="-128"/>
                <a:ea typeface="Meiryo UI" panose="020B0604030504040204" pitchFamily="50" charset="-128"/>
              </a:rPr>
              <a:t>　写真で眺める中国・四国地方</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P204-205</a:t>
            </a:r>
            <a:r>
              <a:rPr lang="ja-JP" altLang="en-US" sz="1795" b="1" dirty="0">
                <a:solidFill>
                  <a:srgbClr val="FF0000"/>
                </a:solidFill>
                <a:latin typeface="Meiryo UI" panose="020B0604030504040204" pitchFamily="50" charset="-128"/>
                <a:ea typeface="Meiryo UI" panose="020B0604030504040204" pitchFamily="50" charset="-128"/>
              </a:rPr>
              <a:t>　写真で眺める近畿地方</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P220-221</a:t>
            </a:r>
            <a:r>
              <a:rPr lang="ja-JP" altLang="en-US" sz="1795" b="1" dirty="0">
                <a:solidFill>
                  <a:srgbClr val="FF0000"/>
                </a:solidFill>
                <a:latin typeface="Meiryo UI" panose="020B0604030504040204" pitchFamily="50" charset="-128"/>
                <a:ea typeface="Meiryo UI" panose="020B0604030504040204" pitchFamily="50" charset="-128"/>
              </a:rPr>
              <a:t>　写真で眺める中部地方</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P236-237</a:t>
            </a:r>
            <a:r>
              <a:rPr lang="ja-JP" altLang="en-US" sz="1795" b="1" dirty="0">
                <a:solidFill>
                  <a:srgbClr val="FF0000"/>
                </a:solidFill>
                <a:latin typeface="Meiryo UI" panose="020B0604030504040204" pitchFamily="50" charset="-128"/>
                <a:ea typeface="Meiryo UI" panose="020B0604030504040204" pitchFamily="50" charset="-128"/>
              </a:rPr>
              <a:t>　写真で眺める関東地方</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P254-255</a:t>
            </a:r>
            <a:r>
              <a:rPr lang="ja-JP" altLang="en-US" sz="1795" b="1" dirty="0">
                <a:solidFill>
                  <a:srgbClr val="FF0000"/>
                </a:solidFill>
                <a:latin typeface="Meiryo UI" panose="020B0604030504040204" pitchFamily="50" charset="-128"/>
                <a:ea typeface="Meiryo UI" panose="020B0604030504040204" pitchFamily="50" charset="-128"/>
              </a:rPr>
              <a:t>　写真で眺める東北地方</a:t>
            </a:r>
            <a:endParaRPr lang="en-US" altLang="ja-JP" sz="1795" b="1" dirty="0">
              <a:solidFill>
                <a:srgbClr val="FF0000"/>
              </a:solidFill>
              <a:latin typeface="Meiryo UI" panose="020B0604030504040204" pitchFamily="50" charset="-128"/>
              <a:ea typeface="Meiryo UI" panose="020B0604030504040204" pitchFamily="50" charset="-128"/>
            </a:endParaRPr>
          </a:p>
          <a:p>
            <a:r>
              <a:rPr lang="en-US" altLang="ja-JP" sz="1795" b="1" dirty="0">
                <a:solidFill>
                  <a:srgbClr val="FF0000"/>
                </a:solidFill>
                <a:latin typeface="Meiryo UI" panose="020B0604030504040204" pitchFamily="50" charset="-128"/>
                <a:ea typeface="Meiryo UI" panose="020B0604030504040204" pitchFamily="50" charset="-128"/>
              </a:rPr>
              <a:t>P270-271</a:t>
            </a:r>
            <a:r>
              <a:rPr lang="ja-JP" altLang="en-US" sz="1795" b="1" dirty="0">
                <a:solidFill>
                  <a:srgbClr val="FF0000"/>
                </a:solidFill>
                <a:latin typeface="Meiryo UI" panose="020B0604030504040204" pitchFamily="50" charset="-128"/>
                <a:ea typeface="Meiryo UI" panose="020B0604030504040204" pitchFamily="50" charset="-128"/>
              </a:rPr>
              <a:t>　写真で眺める北海道地方</a:t>
            </a:r>
            <a:endParaRPr lang="en-US" altLang="ja-JP" sz="1795" b="1"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9351783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2795</TotalTime>
  <Words>376</Words>
  <Application>Microsoft Office PowerPoint</Application>
  <PresentationFormat>ワイド画面</PresentationFormat>
  <Paragraphs>37</Paragraphs>
  <Slides>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Meiryo UI</vt:lpstr>
      <vt:lpstr>Arial</vt:lpstr>
      <vt:lpstr>Calibri</vt:lpstr>
      <vt:lpstr>Calibri Light</vt:lpstr>
      <vt:lpstr>Office テーマ</vt:lpstr>
      <vt:lpstr>PowerPoint プレゼンテーション</vt:lpstr>
      <vt:lpstr>PowerPoint プレゼンテーション</vt:lpstr>
    </vt:vector>
  </TitlesOfParts>
  <Company>株式会社帝国書院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帝国　二宮</dc:creator>
  <cp:lastModifiedBy>Hayashi Yusuke</cp:lastModifiedBy>
  <cp:revision>109</cp:revision>
  <cp:lastPrinted>2020-07-21T06:22:13Z</cp:lastPrinted>
  <dcterms:created xsi:type="dcterms:W3CDTF">2019-11-20T05:52:32Z</dcterms:created>
  <dcterms:modified xsi:type="dcterms:W3CDTF">2020-07-22T08:05:18Z</dcterms:modified>
</cp:coreProperties>
</file>