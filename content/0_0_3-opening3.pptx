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73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6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E20F3-1136-458A-9356-A8B440C73A01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67465-FC63-46C1-9B05-43EB382EF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482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58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10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97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70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98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75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09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93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81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1195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84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B95A-C579-45EE-99BB-BCC4AF7EF5EA}" type="datetimeFigureOut">
              <a:rPr kumimoji="1" lang="ja-JP" altLang="en-US" smtClean="0"/>
              <a:t>2020/8/8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C21DE-A075-43CB-9614-829413E46A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66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B9B7A5D-F836-4CF7-89F2-BD7A7BDA7D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1419253"/>
            <a:ext cx="6857999" cy="9696506"/>
          </a:xfrm>
          <a:prstGeom prst="rect">
            <a:avLst/>
          </a:prstGeom>
        </p:spPr>
      </p:pic>
      <p:sp>
        <p:nvSpPr>
          <p:cNvPr id="41" name="テキスト ボックス 40"/>
          <p:cNvSpPr txBox="1"/>
          <p:nvPr/>
        </p:nvSpPr>
        <p:spPr>
          <a:xfrm>
            <a:off x="10794569" y="191529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巻頭</a:t>
            </a:r>
            <a:r>
              <a:rPr lang="en-US" altLang="ja-JP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3</a:t>
            </a:r>
            <a:endParaRPr kumimoji="1" lang="ja-JP" altLang="en-US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117389" y="191529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『03</a:t>
            </a:r>
            <a:r>
              <a:rPr kumimoji="1" lang="ja-JP" altLang="en-US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デジタル中地理</a:t>
            </a:r>
            <a:r>
              <a:rPr kumimoji="1" lang="en-US" altLang="ja-JP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』</a:t>
            </a:r>
            <a:r>
              <a:rPr kumimoji="1" lang="ja-JP" altLang="en-US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～「</a:t>
            </a:r>
            <a:r>
              <a:rPr lang="ja-JP" altLang="en-US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コンテンツ」</a:t>
            </a:r>
            <a:r>
              <a:rPr kumimoji="1" lang="ja-JP" altLang="en-US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～</a:t>
            </a:r>
          </a:p>
        </p:txBody>
      </p:sp>
      <p:sp>
        <p:nvSpPr>
          <p:cNvPr id="38" name="角丸四角形 37"/>
          <p:cNvSpPr/>
          <p:nvPr/>
        </p:nvSpPr>
        <p:spPr>
          <a:xfrm>
            <a:off x="3707642" y="2466595"/>
            <a:ext cx="4849994" cy="7692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QR</a:t>
            </a:r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リンク</a:t>
            </a:r>
            <a:endParaRPr lang="en-US" altLang="ja-JP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QR</a:t>
            </a:r>
            <a:r>
              <a:rPr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コンテンツへの</a:t>
            </a:r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lang="ja-JP" altLang="en-US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リンク。リンク先は、</a:t>
            </a:r>
            <a:endParaRPr lang="en-US" altLang="ja-JP" sz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https://ict.teikokushoin.co.jp/d-text_03jh/chiri/index.html</a:t>
            </a: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1834973" y="5642232"/>
            <a:ext cx="324000" cy="3240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lIns="54000" tIns="46800" rtlCol="0">
            <a:spAutoFit/>
          </a:bodyPr>
          <a:lstStyle/>
          <a:p>
            <a:r>
              <a:rPr lang="en-US" altLang="ja-JP" sz="1200" dirty="0"/>
              <a:t>58</a:t>
            </a:r>
            <a:endParaRPr kumimoji="1" lang="ja-JP" altLang="en-US" sz="1200" dirty="0"/>
          </a:p>
        </p:txBody>
      </p:sp>
      <p:cxnSp>
        <p:nvCxnSpPr>
          <p:cNvPr id="40" name="直線コネクタ 39"/>
          <p:cNvCxnSpPr>
            <a:cxnSpLocks/>
            <a:stCxn id="39" idx="0"/>
            <a:endCxn id="38" idx="2"/>
          </p:cNvCxnSpPr>
          <p:nvPr/>
        </p:nvCxnSpPr>
        <p:spPr>
          <a:xfrm flipV="1">
            <a:off x="1996973" y="3235802"/>
            <a:ext cx="4135666" cy="2406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60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44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UD デジタル 教科書体 NK-R</vt:lpstr>
      <vt:lpstr>Arial</vt:lpstr>
      <vt:lpstr>Calibri</vt:lpstr>
      <vt:lpstr>Calibri Light</vt:lpstr>
      <vt:lpstr>Office テーマ</vt:lpstr>
      <vt:lpstr>PowerPoint プレゼンテーション</vt:lpstr>
    </vt:vector>
  </TitlesOfParts>
  <Company>株式会社帝国書院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帝国　二宮</dc:creator>
  <cp:lastModifiedBy>Hayashi Yusuke</cp:lastModifiedBy>
  <cp:revision>123</cp:revision>
  <cp:lastPrinted>2020-07-28T11:01:37Z</cp:lastPrinted>
  <dcterms:created xsi:type="dcterms:W3CDTF">2019-11-20T05:52:32Z</dcterms:created>
  <dcterms:modified xsi:type="dcterms:W3CDTF">2020-08-08T10:57:44Z</dcterms:modified>
</cp:coreProperties>
</file>